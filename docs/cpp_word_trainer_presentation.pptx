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d3ed2f8ce34dfe" /><Relationship Type="http://schemas.openxmlformats.org/officeDocument/2006/relationships/extended-properties" Target="/docProps/app.xml" Id="R011c193fac994865" /><Relationship Type="http://schemas.openxmlformats.org/officeDocument/2006/relationships/officeDocument" Target="/ppt/presentation.xml" Id="Rdc05afc86055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52e870ba34e2b"/>
  </p:sldMasterIdLst>
  <p:notesMasterIdLst>
    <p:notesMasterId xmlns:r="http://schemas.openxmlformats.org/officeDocument/2006/relationships" r:id="Rcd884774a5714cf4"/>
  </p:notesMasterIdLst>
  <p:sldIdLst>
    <p:sldId xmlns:r="http://schemas.openxmlformats.org/officeDocument/2006/relationships" id="256" r:id="Rfb18a394c8d24f2a"/>
    <p:sldId xmlns:r="http://schemas.openxmlformats.org/officeDocument/2006/relationships" id="257" r:id="R3ba0e82483ca4771"/>
    <p:sldId xmlns:r="http://schemas.openxmlformats.org/officeDocument/2006/relationships" id="258" r:id="Rec12ab7077c84faf"/>
    <p:sldId xmlns:r="http://schemas.openxmlformats.org/officeDocument/2006/relationships" id="259" r:id="Rfadff4debd35477c"/>
    <p:sldId xmlns:r="http://schemas.openxmlformats.org/officeDocument/2006/relationships" id="260" r:id="Rfc4aa69865fc4cdb"/>
    <p:sldId xmlns:r="http://schemas.openxmlformats.org/officeDocument/2006/relationships" id="261" r:id="R169b2963e3bd4c19"/>
    <p:sldId xmlns:r="http://schemas.openxmlformats.org/officeDocument/2006/relationships" id="262" r:id="Rb552d68088334971"/>
    <p:sldId xmlns:r="http://schemas.openxmlformats.org/officeDocument/2006/relationships" id="263" r:id="R96a765eda16e49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66d08230d4673" /><Relationship Type="http://schemas.openxmlformats.org/officeDocument/2006/relationships/slideMaster" Target="/ppt/slideMasters/slideMaster1.xml" Id="R0c852e870ba34e2b" /><Relationship Type="http://schemas.openxmlformats.org/officeDocument/2006/relationships/notesMaster" Target="/ppt/notesMasters/notesMaster1.xml" Id="Rcd884774a5714cf4" /><Relationship Type="http://schemas.openxmlformats.org/officeDocument/2006/relationships/presProps" Target="/ppt/presProps.xml" Id="R07fcb49d81f94bf5" /><Relationship Type="http://schemas.openxmlformats.org/officeDocument/2006/relationships/tableStyles" Target="/ppt/tableStyles.xml" Id="Rf1330543c71f4856" /><Relationship Type="http://schemas.openxmlformats.org/officeDocument/2006/relationships/slide" Target="/ppt/slides/slide1.xml" Id="Rfb18a394c8d24f2a" /><Relationship Type="http://schemas.openxmlformats.org/officeDocument/2006/relationships/slide" Target="/ppt/slides/slide2.xml" Id="R3ba0e82483ca4771" /><Relationship Type="http://schemas.openxmlformats.org/officeDocument/2006/relationships/slide" Target="/ppt/slides/slide3.xml" Id="Rec12ab7077c84faf" /><Relationship Type="http://schemas.openxmlformats.org/officeDocument/2006/relationships/slide" Target="/ppt/slides/slide4.xml" Id="Rfadff4debd35477c" /><Relationship Type="http://schemas.openxmlformats.org/officeDocument/2006/relationships/slide" Target="/ppt/slides/slide5.xml" Id="Rfc4aa69865fc4cdb" /><Relationship Type="http://schemas.openxmlformats.org/officeDocument/2006/relationships/slide" Target="/ppt/slides/slide6.xml" Id="R169b2963e3bd4c19" /><Relationship Type="http://schemas.openxmlformats.org/officeDocument/2006/relationships/slide" Target="/ppt/slides/slide7.xml" Id="Rb552d68088334971" /><Relationship Type="http://schemas.openxmlformats.org/officeDocument/2006/relationships/slide" Target="/ppt/slides/slide8.xml" Id="R96a765eda16e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b777b64a94e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0a563441724c71" /><Relationship Type="http://schemas.openxmlformats.org/officeDocument/2006/relationships/notesMaster" Target="/ppt/notesMasters/notesMaster1.xml" Id="R6e6c3791425442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def13d408d44fa" /><Relationship Type="http://schemas.openxmlformats.org/officeDocument/2006/relationships/notesMaster" Target="/ppt/notesMasters/notesMaster1.xml" Id="R57dc9af16427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44894435e4c8e" /><Relationship Type="http://schemas.openxmlformats.org/officeDocument/2006/relationships/notesMaster" Target="/ppt/notesMasters/notesMaster1.xml" Id="Rc8ace6f3086d4c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ad73ca5cb4ed5" /><Relationship Type="http://schemas.openxmlformats.org/officeDocument/2006/relationships/notesMaster" Target="/ppt/notesMasters/notesMaster1.xml" Id="Rada8bd8c320e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283b6b05f481f" /><Relationship Type="http://schemas.openxmlformats.org/officeDocument/2006/relationships/notesMaster" Target="/ppt/notesMasters/notesMaster1.xml" Id="Rb978e879b4024a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6cd5db9e6346a3" /><Relationship Type="http://schemas.openxmlformats.org/officeDocument/2006/relationships/notesMaster" Target="/ppt/notesMasters/notesMaster1.xml" Id="Rb662ce97a115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44c862e574d95" /><Relationship Type="http://schemas.openxmlformats.org/officeDocument/2006/relationships/notesMaster" Target="/ppt/notesMasters/notesMaster1.xml" Id="R83f0824b381a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0c224453334ef0" /><Relationship Type="http://schemas.openxmlformats.org/officeDocument/2006/relationships/notesMaster" Target="/ppt/notesMasters/notesMaster1.xml" Id="R8e8da8e78514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fe3df0beb40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fb49ee5d2489e" /><Relationship Type="http://schemas.openxmlformats.org/officeDocument/2006/relationships/slideLayout" Target="/ppt/slideLayouts/slideLayout1.xml" Id="Redd5df7fe8c7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5df7fe8c7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2568c982f4b51" /><Relationship Type="http://schemas.openxmlformats.org/officeDocument/2006/relationships/image" Target="/ppt/media/image.png" Id="Rc0f09121ff64484e" /><Relationship Type="http://schemas.openxmlformats.org/officeDocument/2006/relationships/image" Target="/ppt/media/image2.png" Id="R056e97f4567f4fc7" /><Relationship Type="http://schemas.openxmlformats.org/officeDocument/2006/relationships/notesSlide" Target="/ppt/notesSlides/notesSlide1.xml" Id="R128b65b91cea4b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0ab5a93d4d30" /><Relationship Type="http://schemas.openxmlformats.org/officeDocument/2006/relationships/notesSlide" Target="/ppt/notesSlides/notesSlide2.xml" Id="Rd26765fb5ac548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32800de4042ec" /><Relationship Type="http://schemas.openxmlformats.org/officeDocument/2006/relationships/notesSlide" Target="/ppt/notesSlides/notesSlide3.xml" Id="Rf510c46e198440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cf9463284fb8" /><Relationship Type="http://schemas.openxmlformats.org/officeDocument/2006/relationships/notesSlide" Target="/ppt/notesSlides/notesSlide4.xml" Id="R7b2b609a2190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e2000db374df3" /><Relationship Type="http://schemas.openxmlformats.org/officeDocument/2006/relationships/notesSlide" Target="/ppt/notesSlides/notesSlide5.xml" Id="Rc52284d2f9d842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748b8dd344688" /><Relationship Type="http://schemas.openxmlformats.org/officeDocument/2006/relationships/notesSlide" Target="/ppt/notesSlides/notesSlide6.xml" Id="R9a4dfac62e0e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740f3928e44fb" /><Relationship Type="http://schemas.openxmlformats.org/officeDocument/2006/relationships/notesSlide" Target="/ppt/notesSlides/notesSlide7.xml" Id="Rd76d20ec3e7c46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9403144f24267" /><Relationship Type="http://schemas.openxmlformats.org/officeDocument/2006/relationships/notesSlide" Target="/ppt/notesSlides/notesSlide8.xml" Id="R1e73001748b848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0A16C-F0A0-48CC-BD29-6550480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3A"/>
          </a:solidFill>
          <a:ln xmlns:a="http://schemas.openxmlformats.org/drawingml/2006/main" w="0">
            <a:solidFill>
              <a:srgbClr val="1F4D3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9D76F-3BD7-4156-AD51-5816FCF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大作业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5F980-A626-453A-89AB-5EC4DEB2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四六级单词训练与</a:t>
            </a:r>
          </a:p>
          <a:p xmlns:a="http://schemas.openxmlformats.org/drawingml/2006/main">
            <a:pPr algn="l">
              <a:defRPr sz="39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C++ 桌宠伴学系统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C5E4-9391-41DB-B1CE-97B9664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以 DesktopPet.exe 为主体：Win32 桌宠 + WebView2 内嵌学习界面 + C++ TTS/记录/提醒能力。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33DE0-6428-445C-BBF4-03BE13E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19150"/>
            <a:ext cx="3048000" cy="44196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09121ff64484e"/>
          <a:stretch xmlns:a="http://schemas.openxmlformats.org/drawingml/2006/main"/>
        </p:blipFill>
        <p:spPr>
          <a:xfrm xmlns:a="http://schemas.openxmlformats.org/drawingml/2006/main">
            <a:off x="8439150" y="1163532"/>
            <a:ext cx="2152650" cy="1482937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e97f4567f4fc7"/>
          <a:stretch xmlns:a="http://schemas.openxmlformats.org/drawingml/2006/main"/>
        </p:blipFill>
        <p:spPr>
          <a:xfrm xmlns:a="http://schemas.openxmlformats.org/drawingml/2006/main">
            <a:off x="8610600" y="3045969"/>
            <a:ext cx="1809750" cy="171856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F8153-21DD-44A0-8B3B-298D854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网页不再画第二只桌宠</a:t>
            </a:r>
          </a:p>
          <a:p xmlns:a="http://schemas.openxmlformats.org/drawingml/2006/main">
            <a:pPr algn="ctr">
              <a:defRPr sz="13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真实桌宠由 C++ 绘制和控制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4562F-4CE5-49E4-B15F-4E2DABA5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1/8</a:t>
            </a:r>
          </a:p>
        </p:txBody>
      </p:sp>
    </p:spTree>
    <p:extLst>
      <p:ext uri="{BB962C8B-B14F-4D97-AF65-F5344CB8AC3E}">
        <p14:creationId xmlns:p14="http://schemas.microsoft.com/office/powerpoint/2010/main" val="618108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F7C50-40F3-4AC8-9056-8ABEC21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3B001-25B3-48C2-8B25-75F2F074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问题与目标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FCD6F-2EC5-4C5C-BF36-F6E6501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把背单词练习做成一个能展示 C++ 能力的桌面应用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122D-F0BC-4BE8-B1E7-6ED88E24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66F75-3337-413D-83DC-85BDE13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B86FB-307F-4197-B664-3E43B46D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5934E-9CED-4EA2-808E-7C297C70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5AE6-D52A-41BA-BF4D-7A3441A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学习问题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38FF1-761D-449E-8701-136A504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94F2A-9A1F-471F-85E7-24E943D9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朗读不能卡住页面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37EA3-D9E0-46BF-8496-DD3BD70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00661-9E0C-421C-A19E-673278D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查词后缺少计划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8628A-5472-49EE-BB16-F00367F0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0EFA-2A2D-4E55-80A3-5C7E8DD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90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错题和到期复习容易散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ED2F9-83DB-4BA2-89D8-68E1DFA9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交互目标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48889-7A0E-436B-BC4D-0B1D7BF5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5EE5A-F445-434D-B7A9-9219C7E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28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网页负责练习流程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F8E6C-1CAB-4916-9F41-2A45952F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F6C2E-6610-4D84-BAC5-19AFB3E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09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桌宠反馈学习状态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04E7D-5179-4BEA-B69A-26B8FCC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FA90F-0065-4AB5-8E9D-F1035C64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90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一键进入完整程序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482D-2F4E-41BC-AC87-2C65577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A3115-07A2-400B-B20D-D929943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0D35D-6AC8-4770-B858-09D0CC34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Win32 桌面窗口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5A560-F0CC-4A61-9866-F860A0A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EE0AB-836D-47B2-B8FD-323F6B27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TTS 与本地记录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A7436-EC41-4F7D-97A0-B98CC66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2F63E-F2EE-4096-A151-5FEDB75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多线程和 JSON 通信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27813-D3BA-462E-BEF0-267DFAB8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2/8</a:t>
            </a:r>
          </a:p>
        </p:txBody>
      </p:sp>
    </p:spTree>
    <p:extLst>
      <p:ext uri="{BB962C8B-B14F-4D97-AF65-F5344CB8AC3E}">
        <p14:creationId xmlns:p14="http://schemas.microsoft.com/office/powerpoint/2010/main" val="675063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26635-E1DA-4A34-B4CD-BA0BBDDF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7A585-1D34-4078-967B-F406F21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BDCCA-D860-4673-9453-98DBCE8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一个 C++ 主程序，内嵌网页界面，桌宠和学习能力同进程协作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86736-9B3B-40EE-B29B-0DD2C098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5BD29-32B1-4CE2-881B-41D21474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FCAF1-1B36-4E98-A69E-6E8DDFC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WebView2 学习界面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043A-C3FE-4A69-BCEA-2D37A6A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C0D05-2E2E-4BAF-B293-EFEF42DD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登录/练习/查词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51F79-6258-49C8-8F6F-E6425D4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7B0A-9C9F-490F-9301-AF7E4A9E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学习计划面板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FE8E-4423-4F5F-BCBE-8B4F991E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5D469-9538-4467-9FDD-23994FC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统计与错题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B23DD-476B-4F68-81FC-B408E6C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3048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5A49E-9076-42B1-B3D2-C0873B5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DesktopPet.exe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1F278-E57C-42CC-B622-D4E27095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C++ 主体程序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217B9-3038-4F82-AB9A-88552B07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EC59E-B09D-4921-9CB5-BB258928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消息循环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3641C-CF36-4AA2-BE50-E26B459F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340A5-1038-4479-A97A-FCF02E80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资源加载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95DE3-EA58-4088-BDC7-6A58A38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14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CF47A-58D2-4AEE-9078-23CF3071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290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生命周期管理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8B187-9EA2-41CE-90F6-9B2040AE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07BD8-AD3E-4422-BE9A-DDE7408B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桌宠能力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65ABF-3C77-4CFE-B939-A7E7233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B0C1D-F05F-48A2-9112-0485DE8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24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Direct2D 动画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C67B0-EF07-4DFF-B6BC-991F61E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B28A9-2D6B-43D5-9CC1-F85A81F7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48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SAPI 朗读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E5AD4-8B46-440C-93F9-6C9BEDFE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D93E5-D751-4396-8B7F-07A0A94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复习提醒/气泡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3E54B9-CEEB-4774-950D-C972270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723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AAF42-5B90-4A44-A2B7-AE5F1DD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723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D255B7-D800-4C23-AAB7-0FBFF745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postMessage bridge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F1A9C5-9ECF-4C97-8F2C-28A21AE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同进程 C++ 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DA3D9-7410-4B1C-A863-92B6814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3/8</a:t>
            </a:r>
          </a:p>
        </p:txBody>
      </p:sp>
    </p:spTree>
    <p:extLst>
      <p:ext uri="{BB962C8B-B14F-4D97-AF65-F5344CB8AC3E}">
        <p14:creationId xmlns:p14="http://schemas.microsoft.com/office/powerpoint/2010/main" val="939275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69ADB-E718-4894-A1B2-1F91394A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AF56A-5C81-4CBB-9B66-421B8215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C++ 核心实现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8099-80F2-426A-866C-F289B4C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课程要求中的 C++ 知识集中在桌面程序和本地能力模块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53D50-078A-438E-B4E6-6A20B652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0BF9-F275-477B-AAF4-D9C8B34F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4F7BE-5D2F-4865-BC69-F41D752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Win32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D4BC-94B9-443F-847F-BA8D4C8A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窗口创建、消息循环、右键菜单、热键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685B4-0ACC-4746-9516-42CC15A7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5D914-663C-4D83-8552-F8785A5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Direct2D / WIC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BEC2F-DE04-4BFD-ABBB-1DC538C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绘制桌宠图片、阴影和气泡动画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965F-610A-4A6C-8E00-30EE51D1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12C54-429D-4882-89D9-E98F1DA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SAPI TTS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FE732-9A61-44A5-A59B-361B7C7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朗读单词，不阻塞学习界面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F10A2-0765-4AF6-B381-4F2FD823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0F2FC-08A1-4791-9E8A-C390722D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Boost.JSON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9580E-9063-41C2-ADD6-FE50EA3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解析配置、记录和 bridge 消息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3374F-F113-49F6-86AB-F5AA16C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8BC77-F800-4CF8-B972-F3F7F04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多线程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2BF9D-A506-458C-8B56-20D8E9FA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HTTP 服务、朗读、提醒和 API 后台任务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D2575-4EEA-46B1-8A8F-BA47D3CC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BB0E8-859B-4411-8E3C-28A7E91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文件持久化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CA83C-8989-4842-9B0E-89FB0643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保存窗口位置、学习记录、日志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1CA76-28DA-4C2B-B2F8-B675E82A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4/8</a:t>
            </a:r>
          </a:p>
        </p:txBody>
      </p:sp>
    </p:spTree>
    <p:extLst>
      <p:ext uri="{BB962C8B-B14F-4D97-AF65-F5344CB8AC3E}">
        <p14:creationId xmlns:p14="http://schemas.microsoft.com/office/powerpoint/2010/main" val="322390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14A4E-FC14-41EC-B3D3-91205D26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EC9DF-92E9-4E9E-A07C-0D6E75A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WebView2 内嵌与桥接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57DF1-C362-4E14-B39C-ED1E6B8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网页不是外部浏览器页面，而是 C++ 程序窗口里的学习界面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EE766-C05E-491A-8170-BFA9B1ED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E97C-AB1E-4ECF-9148-DB2C33B4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0103F-D0F8-452C-B7DE-ED43C80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1. 网页发起动作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7D3AF-B447-4D40-A5A1-AD638F4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3AF71-14D7-4421-9957-24148093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点击朗读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DA287-53E5-4F79-B37A-1FF0C0E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44CDE-BC2B-4C6E-A52A-DD17839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提交答题结果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C6CC8-6B18-47E3-B9BB-4EEE8EB7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6A92B-7925-4B9B-A014-CD51F78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加入复习计划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AC413-88AD-48CF-9581-6D197508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BFC76-5CB3-4A62-B370-B7964F8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2. Bridge 转发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D23CA-1214-479C-B9EE-32FF9B4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145FC-8E13-4D3A-926C-4DC7D259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chrome.webview.postMessage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CD208-B610-4810-84FD-F9E01D9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85D27-37EE-49C9-BAB1-861A71B7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请求编号 Promise 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4E30C-7573-4FFB-9EB5-714AD56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05396-5E5D-4F7B-85C8-FDB768B8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C++ 返回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DC3BE-BB06-437C-99FC-E39ECE61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209E3-F64E-453F-9443-81F3848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3. C++ 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DB5E9-7A73-4159-B829-21D7034F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EE53C-B947-45DB-BFC7-FB984144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SAPI 朗读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0F6CD-5768-475E-9B96-496642D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F7D8F-CADB-4AD8-9A5A-867A789E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记录学习状态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B3325-F411-4ACA-8AF3-37E3A5D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6A0D4-83F0-4CB1-AFF8-5DF935B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桌宠气泡反馈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40D9F-CC81-4AF7-B294-4547978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5/8</a:t>
            </a:r>
          </a:p>
        </p:txBody>
      </p:sp>
    </p:spTree>
    <p:extLst>
      <p:ext uri="{BB962C8B-B14F-4D97-AF65-F5344CB8AC3E}">
        <p14:creationId xmlns:p14="http://schemas.microsoft.com/office/powerpoint/2010/main" val="468227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CBED6-A89C-4BCA-A18F-9C21531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DB1EA-7A9C-44F0-ACDF-9953CB1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学习计划与数据流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337BF-0E84-4BB6-864A-C396D19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围绕到期复习、查词计划、错题和今日目标生成练习顺序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D2AAA-6B0E-4070-964B-0D1BF2E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BCFA2-3F35-4AD6-87B9-FA6A04C6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89CC1-34E0-44D0-A4AA-6C19EDD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查词/答题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1A00E-C273-428C-9491-F9E7D84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F8E64-20AF-4DD6-8AED-43A0982A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5062D-3D66-4449-BF9B-E739D19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更新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0454C-3AD9-44C9-B198-261444DE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793D4-A784-49E7-BCAE-C2DB36C9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A735-5CB1-47A8-B17F-1A35C28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计算复习时间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2954A-B9DB-4180-9E84-8789B25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CD671-89C9-4C07-8610-5CB258BC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D017C-BB0F-4BF5-9644-2BB2304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同步 C++ 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68537-D959-48C1-9F18-BC86862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DE5CA-7EFC-43DD-990F-4463E16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57D30-8762-4200-AE01-55B2005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桌宠提醒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5CB0C-7412-4742-B3BC-2D62505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9791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58D82-2358-4C22-ACE1-E1369B8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4D3A"/>
                </a:solidFill>
                <a:latin typeface="Aptos"/>
                <a:ea typeface="Aptos"/>
                <a:cs typeface="Aptos"/>
              </a:rPr>
              <a:t>规划优先级：到期复习 &gt; 查词计划 &gt; 错题专项 &gt; 今日新题。页面上的“学习规划”由当前账号记录实时计算。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30EF4-B257-4825-82CE-9315723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6/8</a:t>
            </a:r>
          </a:p>
        </p:txBody>
      </p:sp>
    </p:spTree>
    <p:extLst>
      <p:ext uri="{BB962C8B-B14F-4D97-AF65-F5344CB8AC3E}">
        <p14:creationId xmlns:p14="http://schemas.microsoft.com/office/powerpoint/2010/main" val="1536550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6C34D-6828-4CEF-837F-3F13543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F5AB7-0D2A-441D-A407-E786503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运行与验证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19197-0663-4397-9905-E42225A3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项目已经按一键启动、构建、运行三层验证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EDA8B-0533-4640-B17C-35E2CFE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07C2D-6B0D-422F-8612-37405F1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9C005-4D76-4D2F-B59B-B37EE05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启动方式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6B139-AD25-4268-8DF1-8D240B1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C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6C4A"/>
                </a:solidFill>
                <a:latin typeface="Aptos"/>
                <a:ea typeface="Aptos"/>
                <a:cs typeface="Aptos"/>
              </a:rPr>
              <a:t>.\open_web.bat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1C36E-33E1-4B2E-A752-1253B82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构建并运行 DesktopPet.exe，自动打开 C++ 桌宠和内嵌学习界面。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EB47C-0F3B-4718-82AE-08EFEB90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57629-3CFA-4236-A76E-6A458AE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验证结果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4FC74-24B1-480E-9DBA-61B8DE2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7989-130F-4AFB-9869-6A3BB69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051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node --check 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FD5CD-85F9-46D4-90A9-0CC38EC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F7410-BCC9-4BD1-9F87-90F59CC2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671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CMake 构建通过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F5F05-0E8E-4E28-8846-36A5E92A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14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C214E-084C-49B6-AC6B-67F48DD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29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/status 返回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E4836-51B1-498B-90E2-47B4568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8F418-2176-4C2C-B094-D2EA75D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交付方式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204C6-E42A-4A51-8FA5-23E5FDD6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2B44C-020A-4245-9C50-4DC984C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GitHub 仓库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6B3F6-6436-4AE4-8787-FAE808D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BC4C2-D4E4-4F69-B5A4-B3E74DE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GitHub Pages 前端演示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BCAEC-DE0D-4E28-B28C-173B50C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14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2E485-57FE-48EB-875D-7F6C192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本地 C++ 完整演示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0FEED-5018-40F0-BA99-F1AFF16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7/8</a:t>
            </a:r>
          </a:p>
        </p:txBody>
      </p:sp>
    </p:spTree>
    <p:extLst>
      <p:ext uri="{BB962C8B-B14F-4D97-AF65-F5344CB8AC3E}">
        <p14:creationId xmlns:p14="http://schemas.microsoft.com/office/powerpoint/2010/main" val="770806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2E1E1-8FAA-485D-9665-8606FD4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C++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F4C9F-9D16-4730-BBB6-229E67AD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1E89-93D8-416F-8F54-86D633C1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这个项目的重点不是单独网页，而是 C++ 桌面应用承载学习体验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4FB64-0CFC-4A00-B134-E17AD92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44A37-49DD-479C-87CA-2A1C4B2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572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9ECFE-DFAC-486B-A634-74B5846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已经完成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508-BE55-4CC0-B870-10E6D79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F11C8-DE05-4026-ABFE-AADF4FE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432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C++ 桌宠主程序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96B49-6877-48F9-8118-9A608AE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B55E3-3AFF-4DBA-B18E-97F4078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WebView2 内嵌学习界面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3D659-891B-430F-95D4-4C62FE84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14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0FD62-C54D-4096-9D38-59FFCBB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朗读、提醒、记录、桥接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6DCA4-F4DF-4008-8351-C87B7628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6EC7F-B088-4085-84BD-B52DA27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去除重复 HTML 桌宠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157D4-105B-4751-9018-FF0208E6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572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85820-6378-47DA-8E60-01AEA6A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D3A"/>
                </a:solidFill>
                <a:latin typeface="Aptos"/>
                <a:ea typeface="Aptos"/>
                <a:cs typeface="Aptos"/>
              </a:rPr>
              <a:t>后续可扩展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9A7AC-1BAE-40C8-87CD-ABBB8C3A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1D3D-07D8-4545-A664-B5C9B11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更完整的词库导入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A2609-96BC-4542-801E-BD62974C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75DB8-00AC-4DE8-B1A7-8878DA1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更细的间隔重复算法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54548-5C58-483C-B602-D5CB9AC5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025EE-8F84-438A-BBAF-F62E8381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桌宠皮肤和动作编辑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097A1-7CB1-46A1-BCC4-E149E98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4A"/>
          </a:solidFill>
          <a:ln xmlns:a="http://schemas.openxmlformats.org/drawingml/2006/main" w="0">
            <a:solidFill>
              <a:srgbClr val="D96C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F1980-BEAB-49AB-9ABD-1111B7D0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学习数据导出报告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598C1-B04D-45C6-B96F-E52594F6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D96C4A"/>
                </a:solidFill>
                <a:latin typeface="Aptos Display"/>
                <a:ea typeface="Aptos Display"/>
                <a:cs typeface="Aptos Display"/>
              </a:rPr>
              <a:t>谢谢观看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8C508-768D-4FAF-9772-CD1D9EE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四六级单词训练与 C++ 桌宠伴学系统 · 8/8</a:t>
            </a:r>
          </a:p>
        </p:txBody>
      </p:sp>
    </p:spTree>
    <p:extLst>
      <p:ext uri="{BB962C8B-B14F-4D97-AF65-F5344CB8AC3E}">
        <p14:creationId xmlns:p14="http://schemas.microsoft.com/office/powerpoint/2010/main" val="581939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2026-06-19T20:03:33.7940000Z</dcterms:created>
  <dcterms:modified xsi:type="dcterms:W3CDTF">2026-06-19T20:03:33.7940000Z</dcterms:modified>
</coreProperties>
</file>